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0861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{{company}} 汇报标题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3302100"/>
            <a:ext cx="1089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</a:rPr>
              <a:t>{{period}}  ·  {{department}}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920240"/>
            <a:ext cx="1111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03399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00240"/>
            <a:ext cx="1111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6600"/>
                </a:solidFill>
              </a:rPr>
              <a:t>章节标题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399"/>
                </a:solidFill>
              </a:rPr>
              <a:t>幻灯片 3 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440000"/>
            <a:ext cx="1111320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399"/>
                </a:solidFill>
              </a:rPr>
              <a:t>幻灯片 4 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440000"/>
            <a:ext cx="1111320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399"/>
                </a:solidFill>
              </a:rPr>
              <a:t>幻灯片 5 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440000"/>
            <a:ext cx="1111320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399"/>
                </a:solidFill>
              </a:rPr>
              <a:t>幻灯片 6 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440000"/>
            <a:ext cx="1111320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399"/>
                </a:solidFill>
              </a:rPr>
              <a:t>幻灯片 7 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440000"/>
            <a:ext cx="1111320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399"/>
                </a:solidFill>
              </a:rPr>
              <a:t>幻灯片 8 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440000"/>
            <a:ext cx="1111320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399"/>
                </a:solidFill>
              </a:rPr>
              <a:t>幻灯片 9 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440000"/>
            <a:ext cx="1111320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3200" cy="5486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057400"/>
            <a:ext cx="111132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3399"/>
                </a:solidFill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363360"/>
            <a:ext cx="6096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{{company}}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