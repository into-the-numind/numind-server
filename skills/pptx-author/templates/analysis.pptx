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99"/>
                </a:solidFill>
              </a:rPr>
              <a:t>{{company}} 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分析师: {{analyst}}  日期: {{date}}  数据集: {{dataset_name}}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99"/>
                </a:solidFill>
              </a:rPr>
              <a:t>分析页 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13200" cy="48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807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[图表区域]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99"/>
                </a:solidFill>
              </a:rPr>
              <a:t>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3200" cy="54864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