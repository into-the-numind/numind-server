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714500"/>
            <a:ext cx="34837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{{project_name}}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2057400"/>
            <a:ext cx="7629444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</a:rPr>
              <a:t>客户: {{client}}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3756" y="2957400"/>
            <a:ext cx="7629444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版本: {{version}}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28700"/>
            <a:ext cx="3483756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提案页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720000"/>
            <a:ext cx="7629444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内容区域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756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400300"/>
            <a:ext cx="348375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3756" y="2400300"/>
            <a:ext cx="7629444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399"/>
                </a:solidFill>
              </a:rPr>
              <a:t>立即开始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