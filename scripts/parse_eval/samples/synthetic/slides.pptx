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"/>
  </p:notesMasterIdLst>
  <p:sldIdLst>
    <p:sldId id="258" r:id="rId2"/>
    <p:sldId id="261" r:id="rId3"/>
    <p:sldId id="26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10"/>
    <p:restoredTop sz="94636"/>
  </p:normalViewPr>
  <p:slideViewPr>
    <p:cSldViewPr snapToGrid="0">
      <p:cViewPr varScale="1">
        <p:scale>
          <a:sx n="109" d="100"/>
          <a:sy n="109" d="100"/>
        </p:scale>
        <p:origin x="200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7B2F70-B39A-5049-A2B1-E8FA6EA216C6}" type="datetimeFigureOut">
              <a:rPr kumimoji="1" lang="zh-CN" altLang="en-US" smtClean="0"/>
              <a:t>2026/4/19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B7C345-EB14-B241-B68B-EF7C15882C3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76724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开场白：大家好，今天想和大家聊一个我们每天都在经历、但很少认真思考的话题——会议。根据统计，职场人平均每周花超过 12 小时在会议上，但其中近一半被认为是低效的。接下来 3 分钟，我会分享 3 个简单但有效的方法，帮助你让会议真正产生价值。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 2 页讲解要点：第一个秘诀——目标清晰。80% 的低效会议源于开始时大家不知道要解决什么问题，所以会议前一天必须把议程和目标发给所有人。第二个秘诀——时间可控。会议默认 60 分钟是惯性，其实 25 或 50 分钟更能保持专注，结束前留 5 分钟做快速复盘。第三个秘诀——行动落地。每个决议必须回答三个问题：谁负责、什么时候完成、下一步做什么。没有这三点的讨论都是空谈。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结尾总结：改变会议文化不需要大刀阔斧，从这 3 个简单动作开始即可。重点强调：改变要立刻发生——就从今天的下一场会议开始，先试一个动作。一周后你会发现，团队的节奏、产出和满意度都会有明显提升。最后可以鼓励大家分享自己的实践经验，形成良性循环。谢谢大家！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DBCAF1-F749-AFED-7FDA-2B4CC5AE3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05EEE40-9DC1-A396-03DE-916FFEA68D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1E2A88-CCF1-0A5B-DB7C-BC3056B8C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BBE91-C21F-AF4C-B452-F0D1572FBF02}" type="datetimeFigureOut">
              <a:rPr kumimoji="1" lang="zh-CN" altLang="en-US" smtClean="0"/>
              <a:t>2026/4/19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C73EBF-88E5-E41B-ED2D-D2C88D2C4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21E273-9097-D174-0286-0BBD3CEC1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0CB38-AF9B-664E-BD1F-D8497ACCB65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02108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B90B3F-C307-0323-2503-9F57BDE78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55BA5C-BE45-2A6D-234B-6E469C471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34888D-33BB-4288-FD19-BB988BB72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BBE91-C21F-AF4C-B452-F0D1572FBF02}" type="datetimeFigureOut">
              <a:rPr kumimoji="1" lang="zh-CN" altLang="en-US" smtClean="0"/>
              <a:t>2026/4/19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B21B7F-1C33-6AE1-1895-C75452BA4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153398-2D5A-FCAD-F994-087E9221B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0CB38-AF9B-664E-BD1F-D8497ACCB65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29651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C2CE71-18AE-C730-E60C-1B46A64B7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F3A9FE-2D0D-895D-BE7C-DE6615730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813354-D09C-2DD1-2418-96F6F1A58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BBE91-C21F-AF4C-B452-F0D1572FBF02}" type="datetimeFigureOut">
              <a:rPr kumimoji="1" lang="zh-CN" altLang="en-US" smtClean="0"/>
              <a:t>2026/4/19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C77837-3161-8F14-144D-5F19993EF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0DAD86-0375-4307-D605-1D26254BA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0CB38-AF9B-664E-BD1F-D8497ACCB65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0323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37C945-91C1-C199-E044-1FF1C0552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3457AD-6200-A054-14D8-1CE51C4EB3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3DC5779-A962-4CF7-86F5-0663513C28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32E03F2-C494-54F6-DA5C-6D77A1E7B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BBE91-C21F-AF4C-B452-F0D1572FBF02}" type="datetimeFigureOut">
              <a:rPr kumimoji="1" lang="zh-CN" altLang="en-US" smtClean="0"/>
              <a:t>2026/4/19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288DD0-A313-503B-D76D-2F394E6ED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15F9410-711B-7746-CEE7-81640CE04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0CB38-AF9B-664E-BD1F-D8497ACCB65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75959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8743D6-6E8E-0917-9FF4-5374A5EAF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631528-823C-2364-8969-12E11A95C8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FF0575F-DE57-578D-E3D3-F07909999F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B111D01-D30D-BFA5-62C2-070563A99A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32B2402-A6B3-E661-03AE-2BE5E553F9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CB3D9E8-47CA-370E-7675-B5087AE60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BBE91-C21F-AF4C-B452-F0D1572FBF02}" type="datetimeFigureOut">
              <a:rPr kumimoji="1" lang="zh-CN" altLang="en-US" smtClean="0"/>
              <a:t>2026/4/19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4076D88-B455-C5EE-14A6-558ADB6BB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89D2F1A-99B9-2273-50DB-DA27B26A3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0CB38-AF9B-664E-BD1F-D8497ACCB65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492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6F085D-C190-5B06-5F89-0B5EED0E8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7B93DF1-1C31-41DC-BCCA-A770028E8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BBE91-C21F-AF4C-B452-F0D1572FBF02}" type="datetimeFigureOut">
              <a:rPr kumimoji="1" lang="zh-CN" altLang="en-US" smtClean="0"/>
              <a:t>2026/4/19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E9B4FCF-634C-5B95-9FF9-241FAFE56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AF01274-80F7-1EED-6F04-B76BC0767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0CB38-AF9B-664E-BD1F-D8497ACCB65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54738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9AB9E6B-A05A-1701-4115-E5072C9A7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BBE91-C21F-AF4C-B452-F0D1572FBF02}" type="datetimeFigureOut">
              <a:rPr kumimoji="1" lang="zh-CN" altLang="en-US" smtClean="0"/>
              <a:t>2026/4/19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B5F4EDD-2F6D-9234-4D22-F63734BF1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29621D-4BF7-DCAD-F34E-828DEC3EC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0CB38-AF9B-664E-BD1F-D8497ACCB65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00878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378B43-D3A2-70B6-C46D-F8C165070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6D6A7E-8176-EFED-41DA-D27160262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63238C5-39AE-D8A8-403D-036478A48C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CC62DE-C02E-999E-F331-BC8954134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BBE91-C21F-AF4C-B452-F0D1572FBF02}" type="datetimeFigureOut">
              <a:rPr kumimoji="1" lang="zh-CN" altLang="en-US" smtClean="0"/>
              <a:t>2026/4/19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2ADD6FD-C14B-CB8F-9F5F-17DF79BC7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0316DF-5035-1FE2-5626-C7C69C8C6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0CB38-AF9B-664E-BD1F-D8497ACCB65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56039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DCBDDE-7195-B93E-77BB-0E3A79E53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11357A1-E217-C443-AF61-E8C4EE6C81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B0977AB-4201-7276-D160-85B54E4F9D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79C0FF-C995-1A28-3698-BE5B3D551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BBE91-C21F-AF4C-B452-F0D1572FBF02}" type="datetimeFigureOut">
              <a:rPr kumimoji="1" lang="zh-CN" altLang="en-US" smtClean="0"/>
              <a:t>2026/4/19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03C0C4-E601-119F-0B7E-09C07558E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EE3600-3C86-40F4-5FA8-3F6910220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0CB38-AF9B-664E-BD1F-D8497ACCB65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24232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200796-76E6-2512-BC23-DC56BE05C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68F008D-3360-925C-E96B-795AD1F981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D95275-875B-02DA-F0B8-20E9AF23A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BBE91-C21F-AF4C-B452-F0D1572FBF02}" type="datetimeFigureOut">
              <a:rPr kumimoji="1" lang="zh-CN" altLang="en-US" smtClean="0"/>
              <a:t>2026/4/19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200209-8B34-D84C-27DE-FB4E7A670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ED2625-4C5F-0903-6551-48FF0BEA5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0CB38-AF9B-664E-BD1F-D8497ACCB65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49901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3758846-7F68-24BD-A5D7-DD6799974C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E730468-897C-5821-9C5A-103FA0584E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975048-9AF4-5BA5-DBCE-DD3B020B6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BBE91-C21F-AF4C-B452-F0D1572FBF02}" type="datetimeFigureOut">
              <a:rPr kumimoji="1" lang="zh-CN" altLang="en-US" smtClean="0"/>
              <a:t>2026/4/19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24C945-4571-0A4C-9E54-D8598C6CF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ED7A07-7BB0-8E34-E80A-D3A731FD4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0CB38-AF9B-664E-BD1F-D8497ACCB65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88694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E12B54F-2590-1978-F823-12A0DA09B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5D3FF6-B12E-6E30-65BF-432DA0F65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B7A855-599D-6DAE-C389-8BF8AB2096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BBBE91-C21F-AF4C-B452-F0D1572FBF02}" type="datetimeFigureOut">
              <a:rPr kumimoji="1" lang="zh-CN" altLang="en-US" smtClean="0"/>
              <a:t>2026/4/19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B0D767-4318-602E-FA65-566DFD401E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36BA44-0133-FE4F-FB6D-5C14728724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A0CB38-AF9B-664E-BD1F-D8497ACCB65D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001" name="DecoCircle1"/>
          <p:cNvSpPr/>
          <p:nvPr userDrawn="1"/>
        </p:nvSpPr>
        <p:spPr>
          <a:xfrm>
            <a:off x="-914400" y="4114800"/>
            <a:ext cx="2286000" cy="2286000"/>
          </a:xfrm>
          <a:prstGeom prst="ellipse">
            <a:avLst/>
          </a:prstGeom>
          <a:solidFill>
            <a:srgbClr val="FF6B6B">
              <a:alpha val="2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02" name="DecoCircle2"/>
          <p:cNvSpPr/>
          <p:nvPr userDrawn="1"/>
        </p:nvSpPr>
        <p:spPr>
          <a:xfrm>
            <a:off x="7886700" y="-457200"/>
            <a:ext cx="1371600" cy="1371600"/>
          </a:xfrm>
          <a:prstGeom prst="ellipse">
            <a:avLst/>
          </a:prstGeom>
          <a:solidFill>
            <a:srgbClr val="4ECDC4">
              <a:alpha val="3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03" name="DecoCircle3"/>
          <p:cNvSpPr/>
          <p:nvPr userDrawn="1"/>
        </p:nvSpPr>
        <p:spPr>
          <a:xfrm>
            <a:off x="7315200" y="914400"/>
            <a:ext cx="457200" cy="457200"/>
          </a:xfrm>
          <a:prstGeom prst="ellipse">
            <a:avLst/>
          </a:prstGeom>
          <a:solidFill>
            <a:srgbClr val="FFB84D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08396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6B6B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F2937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1F2937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F2937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F2937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F2937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F2937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F2937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F2937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F2937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6CF3BF-B0EF-F2AC-EA83-CD73F537C8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/>
              <a:t>高效会议的 </a:t>
            </a:r>
            <a:r>
              <a:rPr kumimoji="1" lang="en-US" altLang="zh-CN"/>
              <a:t>3 </a:t>
            </a:r>
            <a:r>
              <a:rPr kumimoji="1" lang="zh-CN" altLang="en-US"/>
              <a:t>个秘诀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DE76B17-4DF5-089B-98C3-D5A174AD6D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zh-CN" altLang="en-US"/>
              <a:t>让每一场会议都有价值</a:t>
            </a:r>
          </a:p>
        </p:txBody>
      </p:sp>
    </p:spTree>
    <p:extLst>
      <p:ext uri="{BB962C8B-B14F-4D97-AF65-F5344CB8AC3E}">
        <p14:creationId xmlns:p14="http://schemas.microsoft.com/office/powerpoint/2010/main" val="1320717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BB38EC-304E-9ECA-9B95-11C0D7050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890000" cy="1325563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100" name="CardBg_01"/>
          <p:cNvSpPr/>
          <p:nvPr/>
        </p:nvSpPr>
        <p:spPr>
          <a:xfrm>
            <a:off x="714375" y="2032000"/>
            <a:ext cx="2381250" cy="4318000"/>
          </a:xfrm>
          <a:prstGeom prst="roundRect">
            <a:avLst>
              <a:gd name="adj" fmla="val 8000"/>
            </a:avLst>
          </a:prstGeom>
          <a:solidFill>
            <a:srgbClr val="FF6B6B"/>
          </a:solidFill>
          <a:ln>
            <a:noFill/>
          </a:ln>
          <a:effectLst>
            <a:outerShdw blurRad="50800" dist="25400" dir="5400000" algn="t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1" name="CardNum_01"/>
          <p:cNvSpPr txBox="1"/>
          <p:nvPr/>
        </p:nvSpPr>
        <p:spPr>
          <a:xfrm>
            <a:off x="714375" y="2413000"/>
            <a:ext cx="2381250" cy="1016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60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2" name="CardTitle_01"/>
          <p:cNvSpPr txBox="1"/>
          <p:nvPr/>
        </p:nvSpPr>
        <p:spPr>
          <a:xfrm>
            <a:off x="809625" y="3746500"/>
            <a:ext cx="219075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</a:rPr>
              <a:t>目标清晰</a:t>
            </a:r>
          </a:p>
        </p:txBody>
      </p:sp>
      <p:sp>
        <p:nvSpPr>
          <p:cNvPr id="103" name="CardDesc_01"/>
          <p:cNvSpPr txBox="1"/>
          <p:nvPr/>
        </p:nvSpPr>
        <p:spPr>
          <a:xfrm>
            <a:off x="857250" y="4699000"/>
            <a:ext cx="2095500" cy="146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zh-CN" altLang="en-US" sz="1600" dirty="0">
                <a:solidFill>
                  <a:srgbClr val="FFFFFF"/>
                </a:solidFill>
              </a:rPr>
              <a:t>会议开始前 24 小时</a:t>
            </a:r>
          </a:p>
          <a:p>
            <a:pPr algn="ctr">
              <a:buNone/>
            </a:pPr>
            <a:r>
              <a:rPr lang="zh-CN" altLang="en-US" sz="1600" dirty="0">
                <a:solidFill>
                  <a:srgbClr val="FFFFFF"/>
                </a:solidFill>
              </a:rPr>
              <a:t>发送明确议程与目标</a:t>
            </a:r>
          </a:p>
        </p:txBody>
      </p:sp>
      <p:sp>
        <p:nvSpPr>
          <p:cNvPr id="104" name="CardBg_02"/>
          <p:cNvSpPr/>
          <p:nvPr/>
        </p:nvSpPr>
        <p:spPr>
          <a:xfrm>
            <a:off x="3381375" y="2032000"/>
            <a:ext cx="2381250" cy="4318000"/>
          </a:xfrm>
          <a:prstGeom prst="roundRect">
            <a:avLst>
              <a:gd name="adj" fmla="val 8000"/>
            </a:avLst>
          </a:prstGeom>
          <a:solidFill>
            <a:srgbClr val="FFB84D"/>
          </a:solidFill>
          <a:ln>
            <a:noFill/>
          </a:ln>
          <a:effectLst>
            <a:outerShdw blurRad="50800" dist="25400" dir="5400000" algn="t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5" name="CardNum_02"/>
          <p:cNvSpPr txBox="1"/>
          <p:nvPr/>
        </p:nvSpPr>
        <p:spPr>
          <a:xfrm>
            <a:off x="3381375" y="2413000"/>
            <a:ext cx="2381250" cy="1016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6000" b="1" dirty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6" name="CardTitle_02"/>
          <p:cNvSpPr txBox="1"/>
          <p:nvPr/>
        </p:nvSpPr>
        <p:spPr>
          <a:xfrm>
            <a:off x="3476625" y="3746500"/>
            <a:ext cx="219075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</a:rPr>
              <a:t>时间可控</a:t>
            </a:r>
          </a:p>
        </p:txBody>
      </p:sp>
      <p:sp>
        <p:nvSpPr>
          <p:cNvPr id="107" name="CardDesc_02"/>
          <p:cNvSpPr txBox="1"/>
          <p:nvPr/>
        </p:nvSpPr>
        <p:spPr>
          <a:xfrm>
            <a:off x="3524250" y="4699000"/>
            <a:ext cx="2095500" cy="146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zh-CN" altLang="en-US" sz="1600" dirty="0">
                <a:solidFill>
                  <a:srgbClr val="FFFFFF"/>
                </a:solidFill>
              </a:rPr>
              <a:t>严格限时 25 或 50 分钟</a:t>
            </a:r>
          </a:p>
          <a:p>
            <a:pPr algn="ctr">
              <a:buNone/>
            </a:pPr>
            <a:r>
              <a:rPr lang="zh-CN" altLang="en-US" sz="1600" dirty="0">
                <a:solidFill>
                  <a:srgbClr val="FFFFFF"/>
                </a:solidFill>
              </a:rPr>
              <a:t>结束前 5 分钟复盘</a:t>
            </a:r>
          </a:p>
        </p:txBody>
      </p:sp>
      <p:sp>
        <p:nvSpPr>
          <p:cNvPr id="108" name="CardBg_03"/>
          <p:cNvSpPr/>
          <p:nvPr/>
        </p:nvSpPr>
        <p:spPr>
          <a:xfrm>
            <a:off x="6048375" y="2032000"/>
            <a:ext cx="2381250" cy="4318000"/>
          </a:xfrm>
          <a:prstGeom prst="roundRect">
            <a:avLst>
              <a:gd name="adj" fmla="val 8000"/>
            </a:avLst>
          </a:prstGeom>
          <a:solidFill>
            <a:srgbClr val="4ECDC4"/>
          </a:solidFill>
          <a:ln>
            <a:noFill/>
          </a:ln>
          <a:effectLst>
            <a:outerShdw blurRad="50800" dist="25400" dir="5400000" algn="t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9" name="CardNum_03"/>
          <p:cNvSpPr txBox="1"/>
          <p:nvPr/>
        </p:nvSpPr>
        <p:spPr>
          <a:xfrm>
            <a:off x="6048375" y="2413000"/>
            <a:ext cx="2381250" cy="1016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60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10" name="CardTitle_03"/>
          <p:cNvSpPr txBox="1"/>
          <p:nvPr/>
        </p:nvSpPr>
        <p:spPr>
          <a:xfrm>
            <a:off x="6143625" y="3746500"/>
            <a:ext cx="2190750" cy="571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zh-CN" altLang="en-US" sz="2800" b="1" dirty="0">
                <a:solidFill>
                  <a:srgbClr val="FFFFFF"/>
                </a:solidFill>
              </a:rPr>
              <a:t>行动落地</a:t>
            </a:r>
          </a:p>
        </p:txBody>
      </p:sp>
      <p:sp>
        <p:nvSpPr>
          <p:cNvPr id="111" name="CardDesc_03"/>
          <p:cNvSpPr txBox="1"/>
          <p:nvPr/>
        </p:nvSpPr>
        <p:spPr>
          <a:xfrm>
            <a:off x="6191250" y="4699000"/>
            <a:ext cx="2095500" cy="146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zh-CN" altLang="en-US" sz="1600" dirty="0">
                <a:solidFill>
                  <a:srgbClr val="FFFFFF"/>
                </a:solidFill>
              </a:rPr>
              <a:t>每个决议都要有</a:t>
            </a:r>
          </a:p>
          <a:p>
            <a:pPr algn="ctr">
              <a:buNone/>
            </a:pPr>
            <a:r>
              <a:rPr lang="zh-CN" altLang="en-US" sz="1600" dirty="0">
                <a:solidFill>
                  <a:srgbClr val="FFFFFF"/>
                </a:solidFill>
              </a:rPr>
              <a:t>负责人、时限、下一步</a:t>
            </a:r>
          </a:p>
        </p:txBody>
      </p:sp>
    </p:spTree>
    <p:extLst>
      <p:ext uri="{BB962C8B-B14F-4D97-AF65-F5344CB8AC3E}">
        <p14:creationId xmlns:p14="http://schemas.microsoft.com/office/powerpoint/2010/main" val="2530097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D38E96-DD79-A377-2CA0-09A8082A1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890000" cy="1325563"/>
          </a:xfrm>
        </p:spPr>
        <p:txBody>
          <a:bodyPr/>
          <a:lstStyle/>
          <a:p>
            <a:pPr algn="l"/>
            <a:r>
              <a:rPr lang="zh-CN" altLang="en-US" dirty="0"/>
              <a:t>下次会议，从这 3 件事开始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C24DD8-86FA-28E5-5265-C8433F8C4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00000" indent="-500000">
              <a:spcBef>
                <a:spcPts val="1000"/>
              </a:spcBef>
              <a:spcAft>
                <a:spcPts val="1000"/>
              </a:spcAft>
              <a:buClr>
                <a:srgbClr val="FF6B6B"/>
              </a:buClr>
              <a:buFont typeface="Wingdings"/>
              <a:buChar char="ü"/>
            </a:pPr>
            <a:r>
              <a:rPr lang="zh-CN" altLang="en-US" sz="2800" b="1" dirty="0">
                <a:solidFill>
                  <a:srgbClr val="1F2937"/>
                </a:solidFill>
              </a:rPr>
              <a:t>会议前 24 小时发送议程</a:t>
            </a:r>
            <a:r>
              <a:rPr lang="zh-CN" altLang="en-US" sz="2200" dirty="0">
                <a:solidFill>
                  <a:srgbClr val="4B5563"/>
                </a:solidFill>
              </a:rPr>
              <a:t>　写清楚目标、议题和所需决策</a:t>
            </a:r>
          </a:p>
          <a:p>
            <a:pPr marL="500000" indent="-500000">
              <a:spcBef>
                <a:spcPts val="1000"/>
              </a:spcBef>
              <a:spcAft>
                <a:spcPts val="1000"/>
              </a:spcAft>
              <a:buClr>
                <a:srgbClr val="FFB84D"/>
              </a:buClr>
              <a:buFont typeface="Wingdings"/>
              <a:buChar char="ü"/>
            </a:pPr>
            <a:r>
              <a:rPr lang="zh-CN" altLang="en-US" sz="2800" b="1" dirty="0">
                <a:solidFill>
                  <a:srgbClr val="1F2937"/>
                </a:solidFill>
              </a:rPr>
              <a:t>把时长从 60 改成 25 或 50 分钟</a:t>
            </a:r>
            <a:r>
              <a:rPr lang="zh-CN" altLang="en-US" sz="2200" dirty="0">
                <a:solidFill>
                  <a:srgbClr val="4B5563"/>
                </a:solidFill>
              </a:rPr>
              <a:t>　强制提高效率，留出缓冲时间</a:t>
            </a:r>
          </a:p>
          <a:p>
            <a:pPr marL="500000" indent="-500000">
              <a:spcBef>
                <a:spcPts val="1000"/>
              </a:spcBef>
              <a:spcAft>
                <a:spcPts val="1000"/>
              </a:spcAft>
              <a:buClr>
                <a:srgbClr val="4ECDC4"/>
              </a:buClr>
              <a:buFont typeface="Wingdings"/>
              <a:buChar char="ü"/>
            </a:pPr>
            <a:r>
              <a:rPr lang="zh-CN" altLang="en-US" sz="2800" b="1" dirty="0">
                <a:solidFill>
                  <a:srgbClr val="1F2937"/>
                </a:solidFill>
              </a:rPr>
              <a:t>结束时做 3 分钟复盘</a:t>
            </a:r>
            <a:r>
              <a:rPr lang="zh-CN" altLang="en-US" sz="2200" dirty="0">
                <a:solidFill>
                  <a:srgbClr val="4B5563"/>
                </a:solidFill>
              </a:rPr>
              <a:t>　明确每项任务的负责人和时限</a:t>
            </a:r>
          </a:p>
          <a:p>
            <a:pPr marL="0" indent="0" algn="ctr">
              <a:spcBef>
                <a:spcPts val="1800"/>
              </a:spcBef>
              <a:buNone/>
            </a:pPr>
            <a:r>
              <a:rPr lang="zh-CN" altLang="en-US" sz="2400" b="1" i="1" dirty="0">
                <a:solidFill>
                  <a:srgbClr val="FF6B6B"/>
                </a:solidFill>
              </a:rPr>
              <a:t>从今天的下一场会议开始改变 ✨</a:t>
            </a:r>
          </a:p>
        </p:txBody>
      </p:sp>
    </p:spTree>
    <p:extLst>
      <p:ext uri="{BB962C8B-B14F-4D97-AF65-F5344CB8AC3E}">
        <p14:creationId xmlns:p14="http://schemas.microsoft.com/office/powerpoint/2010/main" val="1627290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 [1776571163500]">
  <a:themeElements>
    <a:clrScheme name="Office">
      <a:dk1>
        <a:srgbClr val="1F2937"/>
      </a:dk1>
      <a:lt1>
        <a:srgbClr val="FFF8E7"/>
      </a:lt1>
      <a:dk2>
        <a:srgbClr val="0F3D3E"/>
      </a:dk2>
      <a:lt2>
        <a:srgbClr val="FFE8B8"/>
      </a:lt2>
      <a:accent1>
        <a:srgbClr val="FF6B6B"/>
      </a:accent1>
      <a:accent2>
        <a:srgbClr val="FFB84D"/>
      </a:accent2>
      <a:accent3>
        <a:srgbClr val="4ECDC4"/>
      </a:accent3>
      <a:accent4>
        <a:srgbClr val="7B5EA7"/>
      </a:accent4>
      <a:accent5>
        <a:srgbClr val="2E86AB"/>
      </a:accent5>
      <a:accent6>
        <a:srgbClr val="06A77D"/>
      </a:accent6>
      <a:hlink>
        <a:srgbClr val="467886"/>
      </a:hlink>
      <a:folHlink>
        <a:srgbClr val="96607D"/>
      </a:folHlink>
    </a:clrScheme>
    <a:fontScheme name="Office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092518C-6B26-EB44-938F-C55E9B3A775E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b7e69c50-f4a1-4cad-aa86-cbd848ff287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390</Words>
  <Application>Microsoft Macintosh PowerPoint</Application>
  <PresentationFormat>宽屏</PresentationFormat>
  <Paragraphs>22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等线</vt:lpstr>
      <vt:lpstr>Arial</vt:lpstr>
      <vt:lpstr>Montserrat</vt:lpstr>
      <vt:lpstr>Open Sans</vt:lpstr>
      <vt:lpstr>Wingdings</vt:lpstr>
      <vt:lpstr>Office 主题​​ [1776571163500]</vt:lpstr>
      <vt:lpstr>高效会议的 3 个秘诀</vt:lpstr>
      <vt:lpstr>PowerPoint 演示文稿</vt:lpstr>
      <vt:lpstr>下次会议，从这 3 件事开始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vpw</dc:creator>
  <cp:lastModifiedBy>vpw</cp:lastModifiedBy>
  <cp:revision>2</cp:revision>
  <dcterms:created xsi:type="dcterms:W3CDTF">2026-04-19T03:56:53Z</dcterms:created>
  <dcterms:modified xsi:type="dcterms:W3CDTF">2026-04-19T04:07:32Z</dcterms:modified>
</cp:coreProperties>
</file>